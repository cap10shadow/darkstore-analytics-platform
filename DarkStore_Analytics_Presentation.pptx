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31E9FC-7671-4551-B286-B6640F3036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223E8-470F-461D-9ED0-B0AA04DD55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C6C0FF-7DD4-41C7-836C-A46E978367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4E7F4E-275A-4A60-AEF9-EBA8102268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3ECF55-C6E0-4837-9D58-54D790ED05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D57F71-39A5-46C3-BD93-69D15BFE8F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EFD4A9-D082-4B97-99A5-2D13C23A5A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417099-92CF-4ABA-A09F-6AFB82B11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E1083C-95EE-4C9E-9C89-B83CA625F3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65EF86-580D-41D8-AF77-7A85DEBAD7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ACCFD7-8949-4CB1-AB8F-75B20379CA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DarkStore Analytics Platform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657600"/>
            <a:ext cx="1127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An AI-Powered Microservices Architecture for Warehouse Operations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What is a Dark Store?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Definition: A retail distribution center that exclusively fulfills online orders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Not open to public — optimized purely for operations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Key Characteristics: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Optimized for rapid order picking and packing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Layout designed for operational efficiency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Focus on speed-to-delivery metrics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Use Cases: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Grocery delivery (10-30 minute delivery)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Quick commerce (q-commerce)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Last-mile fulfillment centers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16884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Solution Overview: DarkStore Analytics Platform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360000" y="2880000"/>
            <a:ext cx="11277000" cy="35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sng" strike="noStrike">
                <a:solidFill>
                  <a:srgbClr val="595959"/>
                </a:solidFill>
                <a:effectLst/>
                <a:uFillTx/>
                <a:latin typeface="Calibri"/>
              </a:rPr>
              <a:t>A comprehensive analytics solution that provides: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1. Real-time operational monitoring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2. AI-powered demand forecasting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3. Intelligent route optimization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4. Automated anomaly detection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5. Product affinity analysis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6. Scenario simulation capabilities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7. Natural language AI interface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Table 1"/>
          <p:cNvGraphicFramePr/>
          <p:nvPr/>
        </p:nvGraphicFramePr>
        <p:xfrm>
          <a:off x="529560" y="836280"/>
          <a:ext cx="11125440" cy="1419480"/>
        </p:xfrm>
        <a:graphic>
          <a:graphicData uri="http://schemas.openxmlformats.org/drawingml/2006/table">
            <a:tbl>
              <a:tblPr/>
              <a:tblGrid>
                <a:gridCol w="5562720"/>
                <a:gridCol w="5562720"/>
              </a:tblGrid>
              <a:tr h="305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Challenge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Impact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Inefficient Picking Routes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Workers walk unnecessary distances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8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Reactive Inventory Management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Stockouts discovered too late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No Predictive Capabilities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Cannot anticipate demand spikes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Manual Anomaly Detection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Issues go unnoticed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Siloed Information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Data trapped in separate systems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Limited Scalability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Systems cannot grow with business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System Architecture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1097280"/>
            <a:ext cx="6154560" cy="44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┌─────────────────────────────────────────────────┐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│              Client Applications           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│    (Dashboards, Mobile Apps, AI Assistants)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└─────────────────────────────────────────────────┘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     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┌─────────────┼─────────────┐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▼             ▼             ▼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┌──────────┐  ┌──────────┐  ┌──────────┐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│   API    │  │ Chatbot  │  │   MCP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│ Gateway  │  │ Service  │  │  Server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└────┬─────┘  └──────────┘  └──────────┘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▼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┌────────────────────────────────────────────────┐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│            Backend Microservices          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├─────────┬─────────┬─────────┬─────────┬────────┤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│  Data   │Forecast │ Route   │ Anomaly │Affinity│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│ Service │ Service │Optimizer│ Detector│Analyzer│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└─────────┴─────────┴─────────┴─────────┴────────┘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     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          ▼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┌─────────────────┐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│    Database     │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   └─────────────────┘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Component Overview: 9 Core Components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e 2"/>
          <p:cNvGraphicFramePr/>
          <p:nvPr/>
        </p:nvGraphicFramePr>
        <p:xfrm>
          <a:off x="609840" y="1280160"/>
          <a:ext cx="10972440" cy="36576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#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Component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Purpose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API Gateway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Central request routing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Data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Core data access layer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Forecaster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Demand prediction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Route Optimizer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Picking path optimization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Anomaly Detector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Pattern anomaly detection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Affinity Analyzer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Product relationship analysis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Event Simulator Service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Scenario modeling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AI Chatbot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Natural language interface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MCP Server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AI assistant integration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Key Performance Indicators (KPIs)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Table 2"/>
          <p:cNvGraphicFramePr/>
          <p:nvPr/>
        </p:nvGraphicFramePr>
        <p:xfrm>
          <a:off x="609840" y="1280160"/>
          <a:ext cx="10972440" cy="329184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KPI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Description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Total Orders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Orders received (today / all-time)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On-Time Rate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Percentage meeting target fulfillment time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Backlog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Pending orders awaiting fulfillment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Avg Fulfillment Time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Mean time from order to dispatch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Revenue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Total and daily revenue figures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Low Stock Count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Items below reorder threshold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Stock Health Rate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Percentage of healthy inventory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Active/Critical Alerts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Open issues requiring attention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AI Chatbot: Natural Language Interface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Purpose: Query the system using everyday language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Powered By: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LangChain — AI application framework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LangGraph — Agent orchestration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Google Gemini 2.0 Flash — Large Language Model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Key Feature: Conversation memory maintains context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Chatbot Architecture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User Query (Natural Language)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↓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LangChain Agent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↓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Tool Selection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↓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API Call to Services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↓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Response Processing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           ↓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                Natural Language Answer</a:t>
            </a:r>
            <a:br>
              <a:rPr sz="1100"/>
            </a:br>
            <a:r>
              <a:rPr lang="en-US" sz="1100" b="0" u="none" strike="noStrike">
                <a:solidFill>
                  <a:srgbClr val="595959"/>
                </a:solidFill>
                <a:effectLst/>
                <a:uFillTx/>
                <a:latin typeface="Courier New"/>
              </a:rPr>
              <a:t>  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Chatbot Tools: 8 Available Functions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Table 2"/>
          <p:cNvGraphicFramePr/>
          <p:nvPr/>
        </p:nvGraphicFramePr>
        <p:xfrm>
          <a:off x="609840" y="1280160"/>
          <a:ext cx="10972440" cy="329184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Function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get_kpis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Retrieve summary KPIs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get_low_stock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 items needing restock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forecast_demand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Predict SKU demand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optimize_route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Calculate optimal picking path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detect_anomalies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Find unusual patterns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get_product_pairs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 co-purchased items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get_alerts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Retrieve active alerts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get_staff_performance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 staff metrics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Example Chatbot Interactions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2"/>
          <p:cNvGraphicFramePr/>
          <p:nvPr/>
        </p:nvGraphicFramePr>
        <p:xfrm>
          <a:off x="609840" y="1280160"/>
          <a:ext cx="10972440" cy="256032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User Says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System Does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What's our on-time rate?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get_kpis, extracts rate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Show me low stock items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get_low_stock, formats list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Forecast demand for SKU01000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forecast_demand with SKU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Optimize route for A05, B12, C03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optimize_route, shows path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Are there any anomalies?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detect_anomalies, summarizes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Which products are bought together?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Calls get_product_pairs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MCP Server: AI Assistant Integration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What is MCP?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Model Context Protocol — standard for AI to interact with tools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Purpose: Enables Claude AI to directly analyze dark store data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12 Tools Available: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Forecasting, route optimization, anomaly detection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Product affinity, simulation, KPIs, and more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MCP Server: 12 Tools for AI Integration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Table 2"/>
          <p:cNvGraphicFramePr/>
          <p:nvPr/>
        </p:nvGraphicFramePr>
        <p:xfrm>
          <a:off x="609840" y="1280160"/>
          <a:ext cx="10972440" cy="47548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#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Purpose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forecast_demand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SKU demand prediction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compare_forecast_models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Model comparison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optimize_picking_route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Route optimization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batch_optimize_routes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Multiple routes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detect_order_anomalies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Order analysis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detect_inventory_anomalies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Stock anomalies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detect_staff_anomalies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Staff analysis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get_product_affinities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Co-purchase analysis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get_colocation_recommendations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Layout suggestions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run_simulation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Scenario simulation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get_dashboard_kpis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KPI retrieval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get_low_stock_items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Low stock identification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Use Cases: Who Uses What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Table 2"/>
          <p:cNvGraphicFramePr/>
          <p:nvPr/>
        </p:nvGraphicFramePr>
        <p:xfrm>
          <a:off x="609840" y="1280160"/>
          <a:ext cx="10972440" cy="256032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User Role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Primary Features</a:t>
                      </a:r>
                      <a:endParaRPr lang="en-GB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Warehouse Manager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KPIs, Alerts, Staff Performance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Inventory Planner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Forecasting, Low Stock, Reorder Recommendations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Operations Lead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Route Optimization, Anomaly Detection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Layout Designer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Affinity Analysis, Co-location Recommendations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Capacity Planner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Event Simulation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Executive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95959"/>
                          </a:solidFill>
                          <a:effectLst/>
                          <a:uFillTx/>
                          <a:latin typeface="Calibri"/>
                        </a:rPr>
                        <a:t>Chatbot for quick insights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Summary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DarkStore Analytics Platform transforms warehouse operations through: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Microservices Architecture — Scalable, maintainable, resilient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AI-Powered Analytics — Forecasting, optimization, detection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Natural Language Interface — Accessible to all users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Real-time Insights — KPIs, alerts, and recommendations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Modern Technology Stack — FastAPI, LangChain, Docker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Thank You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57200" y="3657600"/>
            <a:ext cx="1127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7 Microservices • AI Chatbot • MCP Server • 12 MCP Tools • 8 Chatbot Tools • 15+ API Endpoints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LibreOffice/26.2.0.3$MacOSX_X86_64 LibreOffice_project/afbbd0df0edb6d40b450b0337ac646b0913a760c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2026-02-06T13:33:58Z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